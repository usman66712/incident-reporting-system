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DBEAFE"/>
                </a:solidFill>
                <a:latin typeface="Calibri"/>
              </a:rPr>
              <a:t>🛡  INCIDENT REPORTING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Incident Reporting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DBEAFE"/>
                </a:solidFill>
                <a:latin typeface="Calibri"/>
              </a:rPr>
              <a:t>A database-driven platform to report, track and resolve incidents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6766560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754880"/>
            <a:ext cx="6400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DBEAFE"/>
                </a:solidFill>
                <a:latin typeface="Calibri"/>
              </a:rPr>
              <a:t>NAME 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Usman Aslam  &amp;  Abdullah Amjad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DBEAFE"/>
                </a:solidFill>
                <a:latin typeface="Calibri"/>
              </a:rPr>
              <a:t>ID 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(41566 &amp; 41195)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DBEAFE"/>
                </a:solidFill>
                <a:latin typeface="Calibri"/>
              </a:rPr>
              <a:t>COURSE :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Database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617720"/>
            <a:ext cx="32918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Submitted to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Ma'am Tayyaba Shehzad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What the system is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1264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The Incident Reporting System is a database-powered platform that helps an organization report, manage and resolve incidents in an organized way.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6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Instead of handling incidents through phone calls, emails or paper forms, everything is stored in a central relational database.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6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Users report incidents with full details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Admins review, verify, assign and resolve them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Every record is stored securely in MySQL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645920"/>
            <a:ext cx="4572000" cy="4023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874519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At a glance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23774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3774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40864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Report —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users submit incidents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299923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99923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62656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Track —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follow live status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362102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62102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84448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Manage —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admins verify &amp; assign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4242816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424281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0624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Resolve —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record the fix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0" y="4864608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8646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28032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Notify —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users are informed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Why this system is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603504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2801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Scattered reporting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Incidents come via calls, emails and paper — information gets lost.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603504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12801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No central records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Without a database it is hard to store and find incident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603504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12801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67911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Hard to track status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Reporters cannot see whether their issue is being handled.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603504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00600"/>
            <a:ext cx="12801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19472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Delays &amp; confusion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Manual handling slows down response and accountability.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645920"/>
            <a:ext cx="4572000" cy="41605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560320"/>
            <a:ext cx="40233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0" i="0">
                <a:solidFill>
                  <a:srgbClr val="DBEAFE"/>
                </a:solidFill>
                <a:latin typeface="Calibri"/>
              </a:rPr>
              <a:t>A centralized database system where incidents are: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5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reported in one place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stored permanently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tracked end-to-end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resolved with a clear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Objectives &amp;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What the system can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Secure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Registration &amp; login for users and admins, with hashed passwords.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91640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44568" y="192024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5603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Report Incidents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971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Submit title, description, category, severity and 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91640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11896" y="192024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603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Track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971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Users follow their incident from Pending to Resolved.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977639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776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Manage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292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Admins verify, assign to staff, and resolve.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749039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44568" y="3977639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9776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617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Status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292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Each step updates the incident's status automatically.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3749039"/>
            <a:ext cx="3520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11896" y="3977639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9776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617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50292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Users are notified of every change to their incident.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System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Tools and technologies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51760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51760" cy="8229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MySQL 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Relational database storing all 7 tables, keys and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2651760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920240"/>
            <a:ext cx="2651760" cy="8229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92024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Python +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576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Handles requests and runs raw SQL queries (no ORM).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2651760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2651760" cy="8229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HTML · CSS · 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6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Web pages for login, reporting and management.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920240"/>
            <a:ext cx="2651760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920240"/>
            <a:ext cx="2651760" cy="8229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92024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260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VS Code · 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6576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Code editor and database client used to build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Three-tier design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79" y="1508760"/>
            <a:ext cx="8281961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The browser (frontend) sends requests to the Flask server (backend), which runs SQL queries against the MySQL database (data layer) and returns the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Database Design — 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7 entities linked by primary &amp; foreign keys</a:t>
            </a:r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05" y="1463040"/>
            <a:ext cx="754330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Database — 7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Each table stores one kind of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people who report incidents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03704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03704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user_profiles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03704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extra details (1:1 with users)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07208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07208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admins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07208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staff who manage incidents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10712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10712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incidents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10712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central table of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14216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14216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verifications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14216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admin's validity check (1:1)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resolutions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17720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how the incident was fixed (1:1)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21224"/>
            <a:ext cx="5943600" cy="51206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21224"/>
            <a:ext cx="2194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Consolas"/>
              </a:rP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221224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messages sent to users (1:N)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600200"/>
            <a:ext cx="4754880" cy="45262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1828800"/>
            <a:ext cx="42976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DBEAFE"/>
                </a:solidFill>
                <a:latin typeface="Calibri"/>
              </a:rPr>
              <a:t>Key idea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Relationships are built with primary keys (PK) and foreign keys (FK).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1:1 links use a UNIQUE foreign key; 1:N links use a normal foreign key.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design is in 3rd Normal Form (3NF) — no duplicate or inconsistent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Data Flow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How information moves through the system</a:t>
            </a:r>
          </a:p>
        </p:txBody>
      </p:sp>
      <p:pic>
        <p:nvPicPr>
          <p:cNvPr id="7" name="Picture 6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21" y="1554480"/>
            <a:ext cx="7684476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A user reports an incident (stored in incidents); an admin verifies, assigns and resolves it; and notifications are generated for the user.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Incident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The statuses an incident moves through</a:t>
            </a:r>
          </a:p>
        </p:txBody>
      </p:sp>
      <p:pic>
        <p:nvPicPr>
          <p:cNvPr id="7" name="Picture 6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917" y="1920240"/>
            <a:ext cx="8607685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new incident is Pending. After review it becomes Verified (or Rejected), then it is Assigned to staff, and finally Resolved. Each change updates the status column and notifies the reporter.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Demo — User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What a user sees after logging in</a:t>
            </a:r>
          </a:p>
        </p:txBody>
      </p:sp>
      <p:pic>
        <p:nvPicPr>
          <p:cNvPr id="7" name="Picture 6" descr="03_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6808"/>
            <a:ext cx="6903720" cy="36216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1979376"/>
            <a:ext cx="6958583" cy="3676487"/>
          </a:xfrm>
          <a:prstGeom prst="rect">
            <a:avLst/>
          </a:prstGeom>
          <a:noFill/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4069080" cy="4526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What is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Each user sees only their own incidents (the query filters WHERE reported_by = the user).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Columns show the ID, title, category, severity and live status.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Colored badges make the status easy to read at a glance.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Clicking 'View' opens the full tracking page for that incident.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Demo — Reporting an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How a user submits a new incident</a:t>
            </a:r>
          </a:p>
        </p:txBody>
      </p:sp>
      <p:pic>
        <p:nvPicPr>
          <p:cNvPr id="7" name="Picture 6" descr="04_repor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6755"/>
            <a:ext cx="6903720" cy="39817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1799323"/>
            <a:ext cx="6958583" cy="4036592"/>
          </a:xfrm>
          <a:prstGeom prst="rect">
            <a:avLst/>
          </a:prstGeom>
          <a:noFill/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4069080" cy="4526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The user fills a simple form: title, description, category, severity and location.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On submit, the system runs an INSERT into the incidents table.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The new incident starts with the status 'Pending'.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A notification row is created so the user gets confirmation.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Demo — Tracking the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Following progress from report to resolution</a:t>
            </a:r>
          </a:p>
        </p:txBody>
      </p:sp>
      <p:pic>
        <p:nvPicPr>
          <p:cNvPr id="7" name="Picture 6" descr="05_incident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5627"/>
            <a:ext cx="6903720" cy="38839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1848195"/>
            <a:ext cx="6958583" cy="3938849"/>
          </a:xfrm>
          <a:prstGeom prst="rect">
            <a:avLst/>
          </a:prstGeom>
          <a:noFill/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4069080" cy="4526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What is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This page joins the incidents, verifications and resolutions tables.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It shows who verified the incident and the decision made.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It shows the final resolution and the actions taken.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The status updates automatically at every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Demo — Admin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How an admin handles an incident</a:t>
            </a:r>
          </a:p>
        </p:txBody>
      </p:sp>
      <p:pic>
        <p:nvPicPr>
          <p:cNvPr id="7" name="Picture 6" descr="09_admin_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5338"/>
            <a:ext cx="6903720" cy="39045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1837906"/>
            <a:ext cx="6958583" cy="3959426"/>
          </a:xfrm>
          <a:prstGeom prst="rect">
            <a:avLst/>
          </a:prstGeom>
          <a:noFill/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4069080" cy="4526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Admin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Admins manage every incident from one screen.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Verify — mark the incident valid or invalid.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Assign — give it to a staff member to handle.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Resolve — record the actions taken; the database updates and the user is notified.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566928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Project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Version-controlled and submitted to the course repository</a:t>
            </a:r>
          </a:p>
        </p:txBody>
      </p:sp>
      <p:pic>
        <p:nvPicPr>
          <p:cNvPr id="7" name="Picture 6" descr="10_github_submission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2766"/>
            <a:ext cx="6903720" cy="39097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5488" y="1835334"/>
            <a:ext cx="6958583" cy="3964571"/>
          </a:xfrm>
          <a:prstGeom prst="rect">
            <a:avLst/>
          </a:prstGeom>
          <a:noFill/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4069080" cy="4526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The full project is version-controlled on GitHub.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Submitted to the official course repository via a Pull Request.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Includes the database schema, SQL queries and the project report.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Full source code:  github.com/Usman66712/incident-reporting-system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 i="0">
                <a:solidFill>
                  <a:srgbClr val="DBEAFE"/>
                </a:solidFill>
                <a:latin typeface="Calibri"/>
              </a:rPr>
              <a:t>The Incident Reporting System provides an organized, reliable way to record and handle incidents in an organization.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  A relational MySQL database of 7 well-designed tables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  Primary &amp; foreign keys enforce data integrity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  Normalized to 3NF — no duplicate or inconsistent data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  Improves response time, transparency and record-keeping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67665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Usman Aslam (41566)  &amp;  Abdullah Amjad (41195)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DBEAFE"/>
                </a:solidFill>
                <a:latin typeface="Calibri"/>
              </a:rPr>
              <a:t>Database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50292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